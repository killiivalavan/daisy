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ato" panose="020F0502020204030203" pitchFamily="34" charset="0"/>
      <p:regular r:id="rId9"/>
    </p:embeddedFont>
    <p:embeddedFont>
      <p:font typeface="Montserrat Classic" panose="020B0604020202020204" charset="0"/>
      <p:regular r:id="rId10"/>
    </p:embeddedFont>
    <p:embeddedFont>
      <p:font typeface="Montserrat Classic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3.png"/><Relationship Id="rId7" Type="http://schemas.openxmlformats.org/officeDocument/2006/relationships/image" Target="../media/image2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957" r="-15053" b="-71633"/>
            </a:stretch>
          </a:blipFill>
        </p:spPr>
      </p:sp>
      <p:sp>
        <p:nvSpPr>
          <p:cNvPr id="3" name="Freeform 3"/>
          <p:cNvSpPr/>
          <p:nvPr/>
        </p:nvSpPr>
        <p:spPr>
          <a:xfrm rot="2700000">
            <a:off x="12706162" y="6589795"/>
            <a:ext cx="4454394" cy="4292416"/>
          </a:xfrm>
          <a:custGeom>
            <a:avLst/>
            <a:gdLst/>
            <a:ahLst/>
            <a:cxnLst/>
            <a:rect l="l" t="t" r="r" b="b"/>
            <a:pathLst>
              <a:path w="4454394" h="4292416">
                <a:moveTo>
                  <a:pt x="0" y="0"/>
                </a:moveTo>
                <a:lnTo>
                  <a:pt x="4454395" y="0"/>
                </a:lnTo>
                <a:lnTo>
                  <a:pt x="4454395" y="4292416"/>
                </a:lnTo>
                <a:lnTo>
                  <a:pt x="0" y="42924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2121438" y="1205178"/>
            <a:ext cx="14198893" cy="1962029"/>
          </a:xfrm>
          <a:custGeom>
            <a:avLst/>
            <a:gdLst/>
            <a:ahLst/>
            <a:cxnLst/>
            <a:rect l="l" t="t" r="r" b="b"/>
            <a:pathLst>
              <a:path w="14198893" h="1962029">
                <a:moveTo>
                  <a:pt x="0" y="1962029"/>
                </a:moveTo>
                <a:lnTo>
                  <a:pt x="14198893" y="1962029"/>
                </a:lnTo>
                <a:lnTo>
                  <a:pt x="14198893" y="0"/>
                </a:lnTo>
                <a:lnTo>
                  <a:pt x="0" y="0"/>
                </a:lnTo>
                <a:lnTo>
                  <a:pt x="0" y="196202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393316" y="1205178"/>
            <a:ext cx="21074633" cy="7876644"/>
          </a:xfrm>
          <a:custGeom>
            <a:avLst/>
            <a:gdLst/>
            <a:ahLst/>
            <a:cxnLst/>
            <a:rect l="l" t="t" r="r" b="b"/>
            <a:pathLst>
              <a:path w="21074633" h="7876644">
                <a:moveTo>
                  <a:pt x="0" y="0"/>
                </a:moveTo>
                <a:lnTo>
                  <a:pt x="21074632" y="0"/>
                </a:lnTo>
                <a:lnTo>
                  <a:pt x="21074632" y="7876644"/>
                </a:lnTo>
                <a:lnTo>
                  <a:pt x="0" y="7876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930785" y="7085220"/>
            <a:ext cx="12312287" cy="1701334"/>
          </a:xfrm>
          <a:custGeom>
            <a:avLst/>
            <a:gdLst/>
            <a:ahLst/>
            <a:cxnLst/>
            <a:rect l="l" t="t" r="r" b="b"/>
            <a:pathLst>
              <a:path w="12312287" h="1701334">
                <a:moveTo>
                  <a:pt x="0" y="0"/>
                </a:moveTo>
                <a:lnTo>
                  <a:pt x="12312287" y="0"/>
                </a:lnTo>
                <a:lnTo>
                  <a:pt x="12312287" y="1701334"/>
                </a:lnTo>
                <a:lnTo>
                  <a:pt x="0" y="1701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099967">
            <a:off x="15615343" y="3270815"/>
            <a:ext cx="3287914" cy="3414694"/>
          </a:xfrm>
          <a:custGeom>
            <a:avLst/>
            <a:gdLst/>
            <a:ahLst/>
            <a:cxnLst/>
            <a:rect l="l" t="t" r="r" b="b"/>
            <a:pathLst>
              <a:path w="3287914" h="3414694">
                <a:moveTo>
                  <a:pt x="0" y="0"/>
                </a:moveTo>
                <a:lnTo>
                  <a:pt x="3287914" y="0"/>
                </a:lnTo>
                <a:lnTo>
                  <a:pt x="3287914" y="3414694"/>
                </a:lnTo>
                <a:lnTo>
                  <a:pt x="0" y="34146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60922">
            <a:off x="-109896" y="3858479"/>
            <a:ext cx="2351238" cy="2572341"/>
          </a:xfrm>
          <a:custGeom>
            <a:avLst/>
            <a:gdLst/>
            <a:ahLst/>
            <a:cxnLst/>
            <a:rect l="l" t="t" r="r" b="b"/>
            <a:pathLst>
              <a:path w="2351238" h="2572341">
                <a:moveTo>
                  <a:pt x="0" y="0"/>
                </a:moveTo>
                <a:lnTo>
                  <a:pt x="2351238" y="0"/>
                </a:lnTo>
                <a:lnTo>
                  <a:pt x="2351238" y="2572340"/>
                </a:lnTo>
                <a:lnTo>
                  <a:pt x="0" y="25723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684308">
            <a:off x="-378317" y="494076"/>
            <a:ext cx="3328563" cy="1422204"/>
          </a:xfrm>
          <a:custGeom>
            <a:avLst/>
            <a:gdLst/>
            <a:ahLst/>
            <a:cxnLst/>
            <a:rect l="l" t="t" r="r" b="b"/>
            <a:pathLst>
              <a:path w="3328563" h="1422204">
                <a:moveTo>
                  <a:pt x="0" y="0"/>
                </a:moveTo>
                <a:lnTo>
                  <a:pt x="3328563" y="0"/>
                </a:lnTo>
                <a:lnTo>
                  <a:pt x="3328563" y="1422204"/>
                </a:lnTo>
                <a:lnTo>
                  <a:pt x="0" y="1422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30770" y="4278181"/>
            <a:ext cx="13226459" cy="1399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4"/>
              </a:lnSpc>
            </a:pPr>
            <a:r>
              <a:rPr lang="en-US" sz="9985" b="1" dirty="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D.A.I.S.Y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5E8D2-E492-0D95-7AB5-DCF848388159}"/>
              </a:ext>
            </a:extLst>
          </p:cNvPr>
          <p:cNvSpPr txBox="1"/>
          <p:nvPr/>
        </p:nvSpPr>
        <p:spPr>
          <a:xfrm>
            <a:off x="2475804" y="4866152"/>
            <a:ext cx="13336390" cy="1088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84"/>
              </a:lnSpc>
            </a:pPr>
            <a:r>
              <a:rPr lang="en-US" sz="2000" b="1" dirty="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Domestic A I </a:t>
            </a:r>
            <a:r>
              <a:rPr lang="en-US" sz="2000" b="1" dirty="0" err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SYstem</a:t>
            </a:r>
            <a:endParaRPr lang="en-US" sz="2000" b="1" dirty="0">
              <a:solidFill>
                <a:srgbClr val="000000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957" r="-15053" b="-716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05258" y="2727096"/>
            <a:ext cx="11912606" cy="5981218"/>
          </a:xfrm>
          <a:custGeom>
            <a:avLst/>
            <a:gdLst/>
            <a:ahLst/>
            <a:cxnLst/>
            <a:rect l="l" t="t" r="r" b="b"/>
            <a:pathLst>
              <a:path w="11912606" h="5981218">
                <a:moveTo>
                  <a:pt x="0" y="0"/>
                </a:moveTo>
                <a:lnTo>
                  <a:pt x="11912607" y="0"/>
                </a:lnTo>
                <a:lnTo>
                  <a:pt x="11912607" y="5981218"/>
                </a:lnTo>
                <a:lnTo>
                  <a:pt x="0" y="5981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556" r="-1384" b="-4864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38961" y="7579314"/>
            <a:ext cx="2892290" cy="673115"/>
          </a:xfrm>
          <a:custGeom>
            <a:avLst/>
            <a:gdLst/>
            <a:ahLst/>
            <a:cxnLst/>
            <a:rect l="l" t="t" r="r" b="b"/>
            <a:pathLst>
              <a:path w="2892290" h="673115">
                <a:moveTo>
                  <a:pt x="0" y="0"/>
                </a:moveTo>
                <a:lnTo>
                  <a:pt x="2892290" y="0"/>
                </a:lnTo>
                <a:lnTo>
                  <a:pt x="2892290" y="673115"/>
                </a:lnTo>
                <a:lnTo>
                  <a:pt x="0" y="673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97442" y="3220040"/>
            <a:ext cx="2276613" cy="529830"/>
          </a:xfrm>
          <a:custGeom>
            <a:avLst/>
            <a:gdLst/>
            <a:ahLst/>
            <a:cxnLst/>
            <a:rect l="l" t="t" r="r" b="b"/>
            <a:pathLst>
              <a:path w="2276613" h="529830">
                <a:moveTo>
                  <a:pt x="0" y="0"/>
                </a:moveTo>
                <a:lnTo>
                  <a:pt x="2276613" y="0"/>
                </a:lnTo>
                <a:lnTo>
                  <a:pt x="2276613" y="529830"/>
                </a:lnTo>
                <a:lnTo>
                  <a:pt x="0" y="52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25053">
            <a:off x="578904" y="6605955"/>
            <a:ext cx="2246198" cy="1513742"/>
          </a:xfrm>
          <a:custGeom>
            <a:avLst/>
            <a:gdLst/>
            <a:ahLst/>
            <a:cxnLst/>
            <a:rect l="l" t="t" r="r" b="b"/>
            <a:pathLst>
              <a:path w="2246198" h="1513742">
                <a:moveTo>
                  <a:pt x="0" y="0"/>
                </a:moveTo>
                <a:lnTo>
                  <a:pt x="2246198" y="0"/>
                </a:lnTo>
                <a:lnTo>
                  <a:pt x="2246198" y="1513742"/>
                </a:lnTo>
                <a:lnTo>
                  <a:pt x="0" y="15137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3736730">
            <a:off x="15984387" y="2240764"/>
            <a:ext cx="3196273" cy="4114800"/>
          </a:xfrm>
          <a:custGeom>
            <a:avLst/>
            <a:gdLst/>
            <a:ahLst/>
            <a:cxnLst/>
            <a:rect l="l" t="t" r="r" b="b"/>
            <a:pathLst>
              <a:path w="3196273" h="4114800">
                <a:moveTo>
                  <a:pt x="0" y="0"/>
                </a:moveTo>
                <a:lnTo>
                  <a:pt x="3196273" y="0"/>
                </a:lnTo>
                <a:lnTo>
                  <a:pt x="31962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48865" y="1272736"/>
            <a:ext cx="11390270" cy="102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0"/>
              </a:lnSpc>
            </a:pPr>
            <a:r>
              <a:rPr lang="en-US" sz="7306" b="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05523" y="4012062"/>
            <a:ext cx="10876955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D.A.I.S.Y is an AI-powered voice assistant that interacts conversationally with users, performing tasks and answering queries based on voice commands.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05523" y="6421756"/>
            <a:ext cx="10876955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designed to be user-friendly, responding intuitively and naturally, with a quick response time for seamless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957" r="-15053" b="-716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6813" y="2981546"/>
            <a:ext cx="4813589" cy="1951692"/>
          </a:xfrm>
          <a:custGeom>
            <a:avLst/>
            <a:gdLst/>
            <a:ahLst/>
            <a:cxnLst/>
            <a:rect l="l" t="t" r="r" b="b"/>
            <a:pathLst>
              <a:path w="4813589" h="1951692">
                <a:moveTo>
                  <a:pt x="0" y="0"/>
                </a:moveTo>
                <a:lnTo>
                  <a:pt x="4813589" y="0"/>
                </a:lnTo>
                <a:lnTo>
                  <a:pt x="4813589" y="1951692"/>
                </a:lnTo>
                <a:lnTo>
                  <a:pt x="0" y="1951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78522" y="3422087"/>
            <a:ext cx="401017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 spc="215">
                <a:solidFill>
                  <a:srgbClr val="F9D25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SPEECH RECOGNITION</a:t>
            </a:r>
          </a:p>
        </p:txBody>
      </p:sp>
      <p:sp>
        <p:nvSpPr>
          <p:cNvPr id="5" name="Freeform 5"/>
          <p:cNvSpPr/>
          <p:nvPr/>
        </p:nvSpPr>
        <p:spPr>
          <a:xfrm rot="1449806">
            <a:off x="13789251" y="-1177136"/>
            <a:ext cx="5863057" cy="4114800"/>
          </a:xfrm>
          <a:custGeom>
            <a:avLst/>
            <a:gdLst/>
            <a:ahLst/>
            <a:cxnLst/>
            <a:rect l="l" t="t" r="r" b="b"/>
            <a:pathLst>
              <a:path w="5863057" h="4114800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687941"/>
            <a:ext cx="2494611" cy="2190722"/>
          </a:xfrm>
          <a:custGeom>
            <a:avLst/>
            <a:gdLst/>
            <a:ahLst/>
            <a:cxnLst/>
            <a:rect l="l" t="t" r="r" b="b"/>
            <a:pathLst>
              <a:path w="2494611" h="2190722">
                <a:moveTo>
                  <a:pt x="0" y="0"/>
                </a:moveTo>
                <a:lnTo>
                  <a:pt x="2494611" y="0"/>
                </a:lnTo>
                <a:lnTo>
                  <a:pt x="2494611" y="2190722"/>
                </a:lnTo>
                <a:lnTo>
                  <a:pt x="0" y="21907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164869" y="1550141"/>
            <a:ext cx="7958262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432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MODULES</a:t>
            </a:r>
          </a:p>
        </p:txBody>
      </p:sp>
      <p:sp>
        <p:nvSpPr>
          <p:cNvPr id="8" name="Freeform 8"/>
          <p:cNvSpPr/>
          <p:nvPr/>
        </p:nvSpPr>
        <p:spPr>
          <a:xfrm>
            <a:off x="12563949" y="3224637"/>
            <a:ext cx="3614490" cy="1465511"/>
          </a:xfrm>
          <a:custGeom>
            <a:avLst/>
            <a:gdLst/>
            <a:ahLst/>
            <a:cxnLst/>
            <a:rect l="l" t="t" r="r" b="b"/>
            <a:pathLst>
              <a:path w="3614490" h="1465511">
                <a:moveTo>
                  <a:pt x="0" y="0"/>
                </a:moveTo>
                <a:lnTo>
                  <a:pt x="3614490" y="0"/>
                </a:lnTo>
                <a:lnTo>
                  <a:pt x="3614490" y="1465511"/>
                </a:lnTo>
                <a:lnTo>
                  <a:pt x="0" y="1465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836581" y="3661804"/>
            <a:ext cx="3069233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 spc="215">
                <a:solidFill>
                  <a:srgbClr val="F9D25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REQUESTS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7338164" y="3224637"/>
            <a:ext cx="3614490" cy="1465511"/>
          </a:xfrm>
          <a:custGeom>
            <a:avLst/>
            <a:gdLst/>
            <a:ahLst/>
            <a:cxnLst/>
            <a:rect l="l" t="t" r="r" b="b"/>
            <a:pathLst>
              <a:path w="3614490" h="1465511">
                <a:moveTo>
                  <a:pt x="0" y="0"/>
                </a:moveTo>
                <a:lnTo>
                  <a:pt x="3614489" y="0"/>
                </a:lnTo>
                <a:lnTo>
                  <a:pt x="3614489" y="1465511"/>
                </a:lnTo>
                <a:lnTo>
                  <a:pt x="0" y="1465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317543" y="3661804"/>
            <a:ext cx="3655731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 spc="215">
                <a:solidFill>
                  <a:srgbClr val="F9D25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PYTTSX3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8522" y="5223861"/>
            <a:ext cx="5064497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Captures and transcribes spoken commands, enabling DAISY to listen and understand user input accurately.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88224" y="5223861"/>
            <a:ext cx="5112003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Converts DAISY's textual responses to voice, using customizable speech settings (such as rate and volume) to create a natural-sounding output.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38403" y="5223861"/>
            <a:ext cx="4152528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Facilitates API communication with DAISY's backend (Ollama), allowing DAISY to generate accurate responses by querying a local large language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957" r="-15053" b="-71633"/>
            </a:stretch>
          </a:blipFill>
        </p:spPr>
      </p:sp>
      <p:sp>
        <p:nvSpPr>
          <p:cNvPr id="3" name="Freeform 3"/>
          <p:cNvSpPr/>
          <p:nvPr/>
        </p:nvSpPr>
        <p:spPr>
          <a:xfrm rot="-961183">
            <a:off x="-9008381" y="-8987022"/>
            <a:ext cx="14083357" cy="12428563"/>
          </a:xfrm>
          <a:custGeom>
            <a:avLst/>
            <a:gdLst/>
            <a:ahLst/>
            <a:cxnLst/>
            <a:rect l="l" t="t" r="r" b="b"/>
            <a:pathLst>
              <a:path w="14083357" h="12428563">
                <a:moveTo>
                  <a:pt x="0" y="0"/>
                </a:moveTo>
                <a:lnTo>
                  <a:pt x="14083357" y="0"/>
                </a:lnTo>
                <a:lnTo>
                  <a:pt x="14083357" y="12428562"/>
                </a:lnTo>
                <a:lnTo>
                  <a:pt x="0" y="1242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3722" y="8583763"/>
            <a:ext cx="1662026" cy="2087019"/>
          </a:xfrm>
          <a:custGeom>
            <a:avLst/>
            <a:gdLst/>
            <a:ahLst/>
            <a:cxnLst/>
            <a:rect l="l" t="t" r="r" b="b"/>
            <a:pathLst>
              <a:path w="1662026" h="2087019">
                <a:moveTo>
                  <a:pt x="0" y="0"/>
                </a:moveTo>
                <a:lnTo>
                  <a:pt x="1662026" y="0"/>
                </a:lnTo>
                <a:lnTo>
                  <a:pt x="1662026" y="2087018"/>
                </a:lnTo>
                <a:lnTo>
                  <a:pt x="0" y="208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263494">
            <a:off x="14772767" y="1973396"/>
            <a:ext cx="4973067" cy="2585995"/>
          </a:xfrm>
          <a:custGeom>
            <a:avLst/>
            <a:gdLst/>
            <a:ahLst/>
            <a:cxnLst/>
            <a:rect l="l" t="t" r="r" b="b"/>
            <a:pathLst>
              <a:path w="4973067" h="2585995">
                <a:moveTo>
                  <a:pt x="0" y="0"/>
                </a:moveTo>
                <a:lnTo>
                  <a:pt x="4973066" y="0"/>
                </a:lnTo>
                <a:lnTo>
                  <a:pt x="4973066" y="2585995"/>
                </a:lnTo>
                <a:lnTo>
                  <a:pt x="0" y="258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80019" y="9258300"/>
            <a:ext cx="11995660" cy="4093519"/>
          </a:xfrm>
          <a:custGeom>
            <a:avLst/>
            <a:gdLst/>
            <a:ahLst/>
            <a:cxnLst/>
            <a:rect l="l" t="t" r="r" b="b"/>
            <a:pathLst>
              <a:path w="11995660" h="4093519">
                <a:moveTo>
                  <a:pt x="0" y="0"/>
                </a:moveTo>
                <a:lnTo>
                  <a:pt x="11995659" y="0"/>
                </a:lnTo>
                <a:lnTo>
                  <a:pt x="11995659" y="4093519"/>
                </a:lnTo>
                <a:lnTo>
                  <a:pt x="0" y="40935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73714" y="2323223"/>
            <a:ext cx="12340571" cy="7435194"/>
          </a:xfrm>
          <a:custGeom>
            <a:avLst/>
            <a:gdLst/>
            <a:ahLst/>
            <a:cxnLst/>
            <a:rect l="l" t="t" r="r" b="b"/>
            <a:pathLst>
              <a:path w="12340571" h="7435194">
                <a:moveTo>
                  <a:pt x="0" y="0"/>
                </a:moveTo>
                <a:lnTo>
                  <a:pt x="12340572" y="0"/>
                </a:lnTo>
                <a:lnTo>
                  <a:pt x="12340572" y="7435195"/>
                </a:lnTo>
                <a:lnTo>
                  <a:pt x="0" y="74351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19032" y="855482"/>
            <a:ext cx="10849937" cy="1078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0"/>
              </a:lnSpc>
            </a:pPr>
            <a:r>
              <a:rPr lang="en-US" sz="7620" b="1" spc="41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FLOWCHART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957" r="-15053" b="-716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03191" y="7391465"/>
            <a:ext cx="3929731" cy="3200944"/>
          </a:xfrm>
          <a:custGeom>
            <a:avLst/>
            <a:gdLst/>
            <a:ahLst/>
            <a:cxnLst/>
            <a:rect l="l" t="t" r="r" b="b"/>
            <a:pathLst>
              <a:path w="3929731" h="3200944">
                <a:moveTo>
                  <a:pt x="0" y="0"/>
                </a:moveTo>
                <a:lnTo>
                  <a:pt x="3929730" y="0"/>
                </a:lnTo>
                <a:lnTo>
                  <a:pt x="3929730" y="3200944"/>
                </a:lnTo>
                <a:lnTo>
                  <a:pt x="0" y="3200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11420">
            <a:off x="-879003" y="-455609"/>
            <a:ext cx="3256100" cy="2989692"/>
          </a:xfrm>
          <a:custGeom>
            <a:avLst/>
            <a:gdLst/>
            <a:ahLst/>
            <a:cxnLst/>
            <a:rect l="l" t="t" r="r" b="b"/>
            <a:pathLst>
              <a:path w="3256100" h="2989692">
                <a:moveTo>
                  <a:pt x="0" y="0"/>
                </a:moveTo>
                <a:lnTo>
                  <a:pt x="3256101" y="0"/>
                </a:lnTo>
                <a:lnTo>
                  <a:pt x="3256101" y="2989692"/>
                </a:lnTo>
                <a:lnTo>
                  <a:pt x="0" y="2989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541303">
            <a:off x="14924277" y="-2324622"/>
            <a:ext cx="6727447" cy="5045585"/>
          </a:xfrm>
          <a:custGeom>
            <a:avLst/>
            <a:gdLst/>
            <a:ahLst/>
            <a:cxnLst/>
            <a:rect l="l" t="t" r="r" b="b"/>
            <a:pathLst>
              <a:path w="6727447" h="5045585">
                <a:moveTo>
                  <a:pt x="0" y="0"/>
                </a:moveTo>
                <a:lnTo>
                  <a:pt x="6727446" y="0"/>
                </a:lnTo>
                <a:lnTo>
                  <a:pt x="6727446" y="5045585"/>
                </a:lnTo>
                <a:lnTo>
                  <a:pt x="0" y="50455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2439" y="3039237"/>
            <a:ext cx="9987973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spc="296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Model Latency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2439" y="4247007"/>
            <a:ext cx="11484924" cy="896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spc="17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Ensuring a quick response time from the local AI model was essential for a smooth user experience.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2439" y="6052108"/>
            <a:ext cx="8540173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spc="296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Hardware Limitation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2439" y="7263078"/>
            <a:ext cx="12209541" cy="896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spc="17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Running an LLM locally can be resource-intensive, potentially causing lag or affecting other system functions.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3661" y="1114425"/>
            <a:ext cx="9500677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432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957" r="-15053" b="-716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03191" y="7391465"/>
            <a:ext cx="3929731" cy="3200944"/>
          </a:xfrm>
          <a:custGeom>
            <a:avLst/>
            <a:gdLst/>
            <a:ahLst/>
            <a:cxnLst/>
            <a:rect l="l" t="t" r="r" b="b"/>
            <a:pathLst>
              <a:path w="3929731" h="3200944">
                <a:moveTo>
                  <a:pt x="0" y="0"/>
                </a:moveTo>
                <a:lnTo>
                  <a:pt x="3929730" y="0"/>
                </a:lnTo>
                <a:lnTo>
                  <a:pt x="3929730" y="3200944"/>
                </a:lnTo>
                <a:lnTo>
                  <a:pt x="0" y="3200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11420">
            <a:off x="-879003" y="-455609"/>
            <a:ext cx="3256100" cy="2989692"/>
          </a:xfrm>
          <a:custGeom>
            <a:avLst/>
            <a:gdLst/>
            <a:ahLst/>
            <a:cxnLst/>
            <a:rect l="l" t="t" r="r" b="b"/>
            <a:pathLst>
              <a:path w="3256100" h="2989692">
                <a:moveTo>
                  <a:pt x="0" y="0"/>
                </a:moveTo>
                <a:lnTo>
                  <a:pt x="3256101" y="0"/>
                </a:lnTo>
                <a:lnTo>
                  <a:pt x="3256101" y="2989692"/>
                </a:lnTo>
                <a:lnTo>
                  <a:pt x="0" y="2989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541303">
            <a:off x="14924277" y="-2324622"/>
            <a:ext cx="6727447" cy="5045585"/>
          </a:xfrm>
          <a:custGeom>
            <a:avLst/>
            <a:gdLst/>
            <a:ahLst/>
            <a:cxnLst/>
            <a:rect l="l" t="t" r="r" b="b"/>
            <a:pathLst>
              <a:path w="6727447" h="5045585">
                <a:moveTo>
                  <a:pt x="0" y="0"/>
                </a:moveTo>
                <a:lnTo>
                  <a:pt x="6727446" y="0"/>
                </a:lnTo>
                <a:lnTo>
                  <a:pt x="6727446" y="5045585"/>
                </a:lnTo>
                <a:lnTo>
                  <a:pt x="0" y="50455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2439" y="4064737"/>
            <a:ext cx="9987973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spc="296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Wake word detection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2439" y="5567782"/>
            <a:ext cx="8540173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spc="296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Contextual Awareness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3661" y="1114425"/>
            <a:ext cx="11103021" cy="222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432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FUTURE ENHANCEMENTS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2439" y="7070827"/>
            <a:ext cx="8540173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spc="296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Task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957" r="-15053" b="-71633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962790" y="6499201"/>
            <a:ext cx="4584605" cy="2759099"/>
          </a:xfrm>
          <a:custGeom>
            <a:avLst/>
            <a:gdLst/>
            <a:ahLst/>
            <a:cxnLst/>
            <a:rect l="l" t="t" r="r" b="b"/>
            <a:pathLst>
              <a:path w="4584605" h="2759099">
                <a:moveTo>
                  <a:pt x="4584605" y="0"/>
                </a:moveTo>
                <a:lnTo>
                  <a:pt x="0" y="0"/>
                </a:lnTo>
                <a:lnTo>
                  <a:pt x="0" y="2759099"/>
                </a:lnTo>
                <a:lnTo>
                  <a:pt x="4584605" y="2759099"/>
                </a:lnTo>
                <a:lnTo>
                  <a:pt x="45846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6554137" y="2694671"/>
            <a:ext cx="16230600" cy="4443127"/>
          </a:xfrm>
          <a:custGeom>
            <a:avLst/>
            <a:gdLst/>
            <a:ahLst/>
            <a:cxnLst/>
            <a:rect l="l" t="t" r="r" b="b"/>
            <a:pathLst>
              <a:path w="16230600" h="4443127">
                <a:moveTo>
                  <a:pt x="0" y="0"/>
                </a:moveTo>
                <a:lnTo>
                  <a:pt x="16230600" y="0"/>
                </a:lnTo>
                <a:lnTo>
                  <a:pt x="16230600" y="4443126"/>
                </a:lnTo>
                <a:lnTo>
                  <a:pt x="0" y="4443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393661" y="4393311"/>
            <a:ext cx="9500677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432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rot="2541303">
            <a:off x="14400209" y="-2024147"/>
            <a:ext cx="6568857" cy="4926642"/>
          </a:xfrm>
          <a:custGeom>
            <a:avLst/>
            <a:gdLst/>
            <a:ahLst/>
            <a:cxnLst/>
            <a:rect l="l" t="t" r="r" b="b"/>
            <a:pathLst>
              <a:path w="6568857" h="4926642">
                <a:moveTo>
                  <a:pt x="0" y="0"/>
                </a:moveTo>
                <a:lnTo>
                  <a:pt x="6568856" y="0"/>
                </a:lnTo>
                <a:lnTo>
                  <a:pt x="6568856" y="4926642"/>
                </a:lnTo>
                <a:lnTo>
                  <a:pt x="0" y="49266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186</Words>
  <Application>Microsoft Office PowerPoint</Application>
  <PresentationFormat>Custom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Montserrat Classic Bold</vt:lpstr>
      <vt:lpstr>Calibri</vt:lpstr>
      <vt:lpstr>Lato</vt:lpstr>
      <vt:lpstr>Montserrat Classic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Playful Scrapbook Group Project Presentation</dc:title>
  <cp:lastModifiedBy>Killiivalavan K A</cp:lastModifiedBy>
  <cp:revision>3</cp:revision>
  <dcterms:created xsi:type="dcterms:W3CDTF">2006-08-16T00:00:00Z</dcterms:created>
  <dcterms:modified xsi:type="dcterms:W3CDTF">2025-02-20T20:57:05Z</dcterms:modified>
  <dc:identifier>DAGWNSRdMp4</dc:identifier>
</cp:coreProperties>
</file>